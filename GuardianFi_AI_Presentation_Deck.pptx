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🛡️ GuardianFi AI — The Autonomous Financial Guardian</a:t>
            </a:r>
          </a:p>
          <a:p>
            <a:pPr>
              <a:spcBef>
                <a:spcPts val="800"/>
              </a:spcBef>
              <a:defRPr sz="1600" i="1">
                <a:solidFill>
                  <a:srgbClr val="06B6D4"/>
                </a:solidFill>
              </a:defRPr>
            </a:pPr>
            <a:r>
              <a:t>"Your Personal CFO. Your Financial Truth. Your Invisible Shield."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Presenter &amp; Lead Innovator: Kommanapalli Alivelu Manga Tayaru  |  AI Project 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5120640" cy="39319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💥 The Breakthrough Startup Concept (Never Tried Before)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The Broken Reality: India processes 14+ Billion monthly UPI transactions, yet digital wallets act as predatory 'dumb pipes' designed to sell 36% APR loans and high-risk BNPL debt.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The GuardianFi Inversion: India's first fiduciary, autonomous Personal CFO that computes real financial truth instead of selling consumer debt.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Zero Selling, 100% Solving: Unites real-time open-banking account aggregation with mathematical debt capacity guardrails and sovereign on-device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68880"/>
            <a:ext cx="5212080" cy="39319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🌍 UN Sustainable Development Goals (SDG Compliance)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SDG 1: No Poverty (Target 1.4): Debt Capacity Circuit Breaker restricts borrowing past safe DTI ratios and preserves emergency reserves.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SDG 4: Quality Education (Target 4.4): Interactive Compounding &amp; Amortization Simulators demystify financial numeracy and debt costs.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SDG 8: Decent Work &amp; Growth (Target 8.10): Cash-Flow Underwriting for gig-workers and freelancers lacking corporate salary slips.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SDG 9: Industry &amp; Innovation (Target 9.3): Local-First Architecture eliminates cloud data leaks and secures financial data sovereignty.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SDG 10: Reduced Inequalities (Target 10.2): Democratizes elite, institutional-grade HNI wealth management for every citizen free of charge.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GUARDIANFI AI — AI PROJECT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Technical Architecture: Zero-Bloat, High-Performance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🖥️ Frontend Tier (Zero-Bloat)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Pure Vanilla HTML5, CSS3, ES6+ JS: No heavy React, Vue, or Angular bundle overhead.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Zero NPM Bloat: Loads under 50ms with 100/100 Lighthouse performance score.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Glassmorphic Design System: Custom CSS variables, dark palette (#0a0f1d), and responsive CSS Grid/Flexbox.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Client-Side Hash Router: Instantaneous, flicker-free transitions across all 8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⚙️ Backend &amp;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Node.js (v18+) Runtime: Standard library HTTP REST server with zero third-party dependencies.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Relational Excel Database: Multi-sheet OpenXML database (User data base.xlsx) driven by Python 3 (openpyxl).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8 Normalized Relational Sheets: Users, Cashflows, Debts, Bank Accounts, Assets, Goals, Investments, SIPs.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Dual Persistence Tier: Sub-millisecond LocalStorage cache backed by atomic Excel workbook 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🛠️ Engineering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Google Antigravity IDE: Advanced AI pair-programming and code intelligence environment.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Python 3 (openpyxl): High-fidelity spreadsheet formatting, cell formula evaluation, and OpenXML persistence.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Process IPC: Node child_process.spawn bridge for seamless Node-to-Python synchronization.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Chrome DevTools &amp; PowerShell: Real-time DOM inspection and headless runtime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GUARDIANFI AI — AI PROJECT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High-Performance Canvas 2D Dashboard &amp; Reactive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📊 Hardware-Accelerated Canvas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Zero External Charting Libraries: Completely avoids 500KB+ bloated bundles (Chart.js or D3).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Trigonometric Vector Math: Custom CanvasRenderingContext2D vector algorithms calculating dynamic radian angles for Asset Allocation Donut Charts.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Interactive Cashflow Bar Charts: Dynamic Inflow vs. Outflow pixel rendering with custom gradient fills and coordinate-based hover tooltips.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Bi-Directional Centralized State: Logging a debt or stock transaction instantly reconciles Net Worth, Liquid Runway, and Debt Capacity across all 8 tabs.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Real-Time Sub-Millisecond Render: Vector charts re-draw in sub-5ms upon any ledger update.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🖥️ Live Dashboard Interface Preview</a:t>
            </a:r>
          </a:p>
        </p:txBody>
      </p:sp>
      <p:pic>
        <p:nvPicPr>
          <p:cNvPr id="10" name="Picture 9" descr="guardian_dashboard_ui_17890575547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48463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GUARDIANFI AI — AI PROJECT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Artificial Intelligence Engine: The Guardian Trust Score (0 - 900)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🧠 Dynamic CIBIL-Style Credit Health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Institutional Health Scoring (0-900 Points): Modeled after credit bureau algorithms (CIBIL/Experian), but fundamentally upgraded for real-time liquidity resilience.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Dynamic Zero-Baseline Calibration: Starts strictly at 0 in a clean slate or new account, proving live calculation rather than static mock values.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5 Multi-Factor Mathematical Vectors:</a:t>
            </a:r>
            <a:br/>
            <a:r>
              <a:t>  • 30% Debt-to-Income (DTI) Ratio</a:t>
            </a:r>
            <a:br/>
            <a:r>
              <a:t>  • 25% Liquid Emergency Runway (in months)</a:t>
            </a:r>
            <a:br/>
            <a:r>
              <a:t>  • 20% Net Monthly Savings Velocity</a:t>
            </a:r>
            <a:br/>
            <a:r>
              <a:t>  • 15% Multi-Asset Portfolio Diversification</a:t>
            </a:r>
            <a:br/>
            <a:r>
              <a:t>  • 10% Debt Servicing &amp; Payment Regularity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⚡ Context-Aware Diagnostics &amp; Copilot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Rule-Based Diagnostic Heuristics: Automated triggers scan the user ledger for solvency red flags:</a:t>
            </a:r>
            <a:br/>
            <a:r>
              <a:t>  - 'Emergency buffer is under 2.5 months. Divert discretionary investments.'</a:t>
            </a:r>
            <a:br/>
            <a:r>
              <a:t>  - 'High APR debt (&gt;14%) detected. Recommend immediate debt-avalanche plan.'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Spending Anomaly Detection: Flags abrupt spikes in discretionary spending velocity before overdraft occurs.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Generative AI Copilot Readiness: Structured for seamless Google Gemini 1.5 Flash API connection via @google/genai for interactive, natural-language financial queries ('Can I afford an EV this year?').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GUARDIANFI AI — AI PROJECT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FinTech Innovation: Debt Capacity Indicator &amp; Interest Amortization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🛡️ Institutional Debt Capacity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The Over-Leverage Problem: Predatory apps push credit without checking true repayment bandwidth.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Mathematical Borrowing Guardrails:</a:t>
            </a:r>
            <a:br/>
            <a:r>
              <a:t>  • &lt; 20% DTI: Pristine Capacity (Safe borrowing headroom)</a:t>
            </a:r>
            <a:br/>
            <a:r>
              <a:t>  • 20% - 35% DTI: Optimal / Healthy Zone</a:t>
            </a:r>
            <a:br/>
            <a:r>
              <a:t>  • 35% - 43% DTI: Cautious Warning (Approaching limits)</a:t>
            </a:r>
            <a:br/>
            <a:r>
              <a:t>  • &gt; 43% DTI: Critical Over-Leverage Warning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Dynamic Debt Ceiling: Calculates exact maximum sustainable loan borrowing amount in rupees based on verified disposable cash 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📈 Simple &amp; Compound Interest Engines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Interactive Simple vs. Compound Calculations: Allows users to contrast standard linear borrowing against compounding interest curves.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Multi-Horizon Forecasting: Projects total interest liability and EMI burdens across 1, 3, and 5-year horizons.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The Compounding Debt Trap: Visually demonstrates how credit card revolving balances and daily-compounding fintech loans spiral exponentially.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Informed Decision Making: Empowers everyday citizens with mathematical clarity before signing high-interest loan agreements.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GUARDIANFI AI — AI PROJECT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Enterprise Security, Authentication &amp; Role-Based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🔐 Sovereign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Clean Authentication Portal: Streamlined Log In, Registration, and Forgot Password recovery via security questions.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Automatic Session Routing: Registration seamlessly logs in the user and navigates directly to the dashboard.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Zero Cloud Dependency: User credentials stored securely and verifiably in the local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👑 Contest Lead Isolation (RBAC)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Sole Contest Administrator: Assigned exclusively to roadrollersayitshot@gmail.com (#Alivelu).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Exclusive Demo Controls: Only the Administrator has access to 'Load Demo Showcase Data' and 'Reset to Clean Slate'.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Standard User Isolation: Regular users cannot wipe the database or tamper with competition demo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📋 Relational 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Transparent Database Ledger: Synchronizes all accounts and financial transactions to User data base.xlsx.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Regulatory Inspection Ready: Excel sheets can be inspected directly by judges without requiring cloud SQL credentials.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Privacy by Design: Fully aligned with the Indian Digital Personal Data Protection (DPDP) Act 2023.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GUARDIANFI AI — AI PROJECT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Unified Multi-Asset Portfolio &amp; Open Banking (RBI AA Ecosystem)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💼 Single Source of Financial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Consolidated Personal Balance Sheet: Eliminates fragmented bank apps and chaotic manual spreadsheets.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Multi-Asset Coverage Across All Classes:</a:t>
            </a:r>
            <a:br/>
            <a:r>
              <a:t>  • Liquid Cash &amp; Bank Accounts (Savings / Current)</a:t>
            </a:r>
            <a:br/>
            <a:r>
              <a:t>  • Capital Markets (Equities, Mutual Funds, SIPs)</a:t>
            </a:r>
            <a:br/>
            <a:r>
              <a:t>  • Hard Assets (Physical Gold &amp; Real Estate)</a:t>
            </a:r>
            <a:br/>
            <a:r>
              <a:t>  • Liabilities (Home loans, Auto loans, Credit lines)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Automated Net Worth Reconciliation: Dynamic computation of Total Assets minus Total Liabilities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🏛️ RBI NBFC-AA Open Banking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RBI Account Aggregator Ecosystem Readiness: Designed around the RBI NBFC-AA consent architecture.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Simulated Live Bank Feeds: Ingestion pipelines mapped for major Indian commercial banks:</a:t>
            </a:r>
            <a:br/>
            <a:r>
              <a:t>  • Federal Bank  • HDFC Bank  • ICICI Bank  • State Bank of India (SBI)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Consent-Driven Data Integrity: Users grant explicit consent to fetch certified account statements, eliminating credential scraping or screen-reading security risks.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GUARDIANFI AI — AI PROJECT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Strategic Market Analysis: Solving the Indian FinTech Conflict of Interest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❌ The Incumbent FinTech Dilemma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Adversarial Business Models: Leading payment platforms earn kickbacks by distributing high-interest unsecured loans and BNPL credit lines.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User Exploitation: Monetization depends on transaction volume and debt origination, rather than long-term user solvency or savings.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Data Centralization Risks: Massive cloud databases become prime targets for cyber syndicates and unauthorized telemetry profiling.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✅ The GuardianFi Fiduciary Inversion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Fiduciary Personal CFO: GuardianFi has zero lender kickbacks or hidden affiliate commissions. All guidance is 100% mathematical.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Autonomous Wealth Defense: Proactively steers users away from predatory borrowing toward liquid emergency cushions and debt freedom.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Target Market Potential: 350M+ digitally active Indians, freelance / gig-economy workers, and early-career retail investors.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GUARDIANFI AI — AI PROJECT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Commercial Scalability, Monetization &amp; Regulatory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💰 High-Margin Dual Revenue 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B2C Freemium Model:</a:t>
            </a:r>
            <a:br/>
            <a:r>
              <a:t>  • Free Core: Personal budgeting, debt capacity limits, and trust scoring.</a:t>
            </a:r>
            <a:br/>
            <a:r>
              <a:t>  • Guardian Pro (₹149/mo): Automated AA bank feeds, tax optimization, and AI conversational copilot.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B2B Embedded Intelligence API:</a:t>
            </a:r>
            <a:br/>
            <a:r>
              <a:t>  • Licensing the proprietary Debt Capacity Engine and Trust Score to regional cooperative banks, NBFCs, and credit societies to upgrade underwriting.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Zero-Conflict Philosophy: Completely immune to lender affiliate kickbacks.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⚖️ Comprehensive Regulatory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RBI NBFC-AA Ecosystem: Formatted to operate within India's strict Account Aggregator regulatory technical standards.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SEBI RIA Compliance: Operates as an analytical algorithmic calculator with zero undisclosed financial product endorsements.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DPDP Act 2023 Compliance: Adheres to India's Digital Personal Data Protection Act via local-first architecture and verifiable consent trails.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GUARDIANFI AI — AI PROJECT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Demonstration Playbook &amp; Concluding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🎬 Live Demonstration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Step 1: Authenticate as Admin</a:t>
            </a:r>
            <a:br/>
            <a:r>
              <a:t>  • Log in via roadrollersayitshot@gmail.com (#Alivelu) to access Contest Lead demo tools.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Step 2: Exhibit the Clean Slate</a:t>
            </a:r>
            <a:br/>
            <a:r>
              <a:t>  • Highlight that the Guardian Trust Score begins at 0, demonstrating real mathematical computation.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Step 3: Trigger Demo Showcase</a:t>
            </a:r>
            <a:br/>
            <a:r>
              <a:t>  • Click 'Load Demo Showcase Data' and watch all 8 Excel sheets and Canvas 2D charts populate instantly.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Step 4: Stress-Test Debt Capacity</a:t>
            </a:r>
            <a:br/>
            <a:r>
              <a:t>  • Simulate a loan in #debts to demonstrate real-time DTI shift and interest compounding curves.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🏆 Solid Conclusion &amp;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</a:defRPr>
            </a:pPr>
            <a:r>
              <a:t>• More Than a Budgeting App: GuardianFi AI is the financial conscience of digital India.</a:t>
            </a:r>
          </a:p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</a:defRPr>
            </a:pPr>
            <a:r>
              <a:t>• Mathematical Integrity: Replaces marketing gimmicks with uncompromised balance sheet truth.</a:t>
            </a:r>
          </a:p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</a:defRPr>
            </a:pPr>
            <a:r>
              <a:t>• Empowerment &amp; Inclusion: Ensures that every citizen—from gig workers to professionals—has access to institutional wealth defense.</a:t>
            </a:r>
          </a:p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Final Message: 'Your Personal CFO. Your Financial Truth. Your Invisible Shield.'</a:t>
            </a:r>
            <a:br/>
            <a:br/>
            <a:r>
              <a:t>Thank you, respected judges. I welcome your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